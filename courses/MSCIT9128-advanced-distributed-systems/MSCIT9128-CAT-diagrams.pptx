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MSCIT9128 — Advanced Distributed Systems  |  CAT diagram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Gitsimbanyi Prosper  ·  University of Kigali  ·  MsIT</a:t>
            </a:r>
          </a:p>
          <a:p>
            <a:r>
              <a:rPr sz="1400" b="0">
                <a:solidFill>
                  <a:srgbClr val="1F2937"/>
                </a:solidFill>
                <a:latin typeface="Calibri"/>
              </a:rPr>
              <a:t/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Student revision deck for the October 2026 CAT (AgriMart / MedConnect / SwiftTrade / BrightStitch / EduNet).</a:t>
            </a:r>
          </a:p>
          <a:p>
            <a:r>
              <a:rPr sz="1800" b="0">
                <a:solidFill>
                  <a:srgbClr val="1F2937"/>
                </a:solidFill>
                <a:latin typeface="Calibri"/>
              </a:rPr>
              <a:t>Redraw these diagrams from memory. Label every box. Tie the recommendation to the case.</a:t>
            </a:r>
          </a:p>
          <a:p>
            <a:r>
              <a:rPr sz="1400" b="0">
                <a:solidFill>
                  <a:srgbClr val="1F2937"/>
                </a:solidFill>
                <a:latin typeface="Calibri"/>
              </a:rPr>
              <a:t/>
            </a:r>
          </a:p>
          <a:p>
            <a:r>
              <a:rPr sz="1600" b="0">
                <a:solidFill>
                  <a:srgbClr val="1F2937"/>
                </a:solidFill>
                <a:latin typeface="Calibri"/>
              </a:rPr>
              <a:t>This file is original student work. Lecturer Pearson slides stay on the local PC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All CAT diagrams — one sheet (redraw in the exam)</a:t>
            </a:r>
          </a:p>
        </p:txBody>
      </p:sp>
      <p:pic>
        <p:nvPicPr>
          <p:cNvPr id="3" name="Picture 2" descr="cat-all-diagra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11914632" cy="79353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Q1 — Distributed system drawings (EduNet / AgriMart)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Q1(a) Three machines: Application → Middleware → OS → Hardware, joined by a network. Example: Linux student records, Windows library, other finance.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Q1(b) Four hardware designs: shared vs private memory; bus vs switch. Shared memory = multiprocessor. Private memory = multicomputer.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Q1(c) Client–server: browsers/apps → network → application server → database. Clear control; server can bottleneck.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Q1(d) Peer-to-peer: every peer is client and server; share directly. Scales by adding peers; hard to keep one official copy (prices, exam pages).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Q2 — Cloud (MedConnect)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Q2(a) Front end (users, browsers, mobile) → Internet → back end (CSP: apps, VMs, storage, databases, billing).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Q2(b) Shade who manages each layer. Green = customer. Red = CSP. On-premise all green; SaaS almost all red; IaaS customer keeps OS and above; PaaS customer keeps apps and data.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Q2(c) Bursting: private DC sized for normal load (~25–27 servers) + public cloud for the claims peak. Users reach both over a secure network.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SLA is a credit when availability is missed. It does not by itself keep patient data in-country — add location, encryption, access clauses.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Recommend hybrid for MedConnect: records and billing under hospital control; public IaaS for the peak; SaaS for email/collaboration.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Q3 — Organisation and ERP (SwiftTrade)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Q3(a) POSDCORB: Planning, Organising, Staffing, Directing, Coordinating, Reporting, Budgeting under management.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Hierarchy: CEO → department heads → supervisors → operational staff. Silos = sales cannot see stock; accounting re-types invoices.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Q3(b) Three-tier ERP: Presentation (browser) → Application (business logic / modules) → Database (one set of figures).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Q3(c) SOA: Consumer --request--&gt; Service &lt;--reply-- Provider. The contract is name, operations, messages, QoS, version — not the provider’s language.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Use SOA to wrap the old inventory during migration. ERP stays the system of record. No big-bang throw-away.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Q4 — Layered and cloud ERP (BrightStitch)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Q4(b) User/client (PC or laptop + browser) → Interface (HTTPS / session) → Application (ERP modules) → Database.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Field sales: server-centric thin client. Do not install a full ERP on the laptop. Keep pages small; short offline notes then sync.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Q4(c) BrightStitch users (factory, HO, field) → Internet → Cloud provider (hosted ERP, servers, storage, backups).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Lease standard modules (accounting, HR, purchasing). Keep unique design/IP under BrightStitch with export and location clauses.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Exam timing — what to draw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Section A is compulsory. Section B: any two of Questions 2–5.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Always: draw the diagram asked, label every box, map the case (patient data, field laptops, exam load, old inventory).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Balanced pairs: 2+4 (cloud + ERP) or 3+5 (organisation + hardware) or 2+5 (cloud + university DS).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Lecturer slides (chapter 2–4, BI, Data Warehouse) are on this PC under assignments/lectures/ — not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